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645920"/>
            <a:ext cx="85340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미례국밥</a:t>
            </a:r>
          </a:p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마케팅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B35"/>
                </a:solidFill>
                <a:latin typeface="맑은 고딕"/>
              </a:defRPr>
            </a:pPr>
            <a:r>
              <a:t>"돼지우동, 서울이 알게 합니다"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754880"/>
            <a:ext cx="85340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8C8C"/>
                </a:solidFill>
                <a:latin typeface="맑은 고딕"/>
              </a:defRPr>
            </a:pPr>
            <a:r>
              <a:t>2026.03  |  브랜드라이즈</a:t>
            </a:r>
          </a:p>
          <a:p>
            <a:pPr algn="ctr">
              <a:defRPr sz="1200">
                <a:solidFill>
                  <a:srgbClr val="8C8C8C"/>
                </a:solidFill>
                <a:latin typeface="맑은 고딕"/>
              </a:defRPr>
            </a:pPr>
            <a:r>
              <a:t>brandrise.co.kr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01  현재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부산에서는 성공했습니다. 문제는 서울입니다.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560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잘 하고 계신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✓  리뷰 900건+ — 부산 내 신뢰도 확보 완료</a:t>
            </a:r>
          </a:p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✓  블로그 체험단 15팀 — 기본 SEO 자산 축적</a:t>
            </a:r>
          </a:p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✓  돼지우동 — 명확한 시그니처 메뉴 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2560320"/>
          </a:xfrm>
          <a:prstGeom prst="roundRect">
            <a:avLst/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놓치고 계신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✗  월 100~150만원 투입 vs 서울 인지도 제로</a:t>
            </a:r>
          </a:p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✗  인스타 "기본적 내용만" — 알고리즘 노출 안됨</a:t>
            </a:r>
          </a:p>
          <a:p>
            <a:pPr>
              <a:spcAft>
                <a:spcPts val="800"/>
              </a:spcAft>
              <a:defRPr sz="1200">
                <a:solidFill>
                  <a:srgbClr val="4A4A4A"/>
                </a:solidFill>
                <a:latin typeface="맑은 고딕"/>
              </a:defRPr>
            </a:pPr>
            <a:r>
              <a:t>✗  동동국밥 서울 마곡 진출 → 선점 기회 감소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좋은 메뉴(돼지우동)가 있는데, 부산 밖에서는 아무도 모릅니다.</a:t>
            </a:r>
          </a:p>
          <a:p>
            <a:pPr algn="ctr">
              <a:defRPr sz="1500" b="1">
                <a:solidFill>
                  <a:srgbClr val="FF6B35"/>
                </a:solidFill>
                <a:latin typeface="맑은 고딕"/>
              </a:defRPr>
            </a:pPr>
            <a:r>
              <a:t>동동국밥이 서울에 먼저 깃발 꽂으면 "국밥 프랜차이즈 = 동동" 이미지가 굳어집니다.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02  핵심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지금이 아니면, 6개월 후엔 3배 비용이 듭니다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① 동동국밥</a:t>
            </a:r>
            <a:br/>
            <a:r>
              <a:t>서울 진출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서울에서 "국밥 프랜차이즈"</a:t>
            </a:r>
            <a:br/>
            <a:r>
              <a:t>하면 떠오르는 브랜드가</a:t>
            </a:r>
            <a:br/>
            <a:r>
              <a:t>아직 없습니다.</a:t>
            </a:r>
            <a:br/>
            <a:br/>
            <a:r>
              <a:t>동동국밥이 자리 잡기 전에</a:t>
            </a:r>
            <a:br/>
            <a:r>
              <a:t>온라인을 선점해야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3832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② 홈페이지</a:t>
            </a:r>
            <a:br/>
            <a:r>
              <a:t>3월 오픈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홈페이지가 생기면 드디어</a:t>
            </a:r>
            <a:br/>
            <a:r>
              <a:t>온라인 마케팅의 "도착지"가</a:t>
            </a:r>
            <a:br/>
            <a:r>
              <a:t>완성됩니다.</a:t>
            </a:r>
            <a:br/>
            <a:br/>
            <a:r>
              <a:t>광고 → 홈페이지</a:t>
            </a:r>
            <a:br/>
            <a:r>
              <a:t>→ 가맹 문의 퍼널 완성.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3832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맑은 고딕"/>
              </a:defRPr>
            </a:pPr>
            <a:r>
              <a:t>③ 돼지우동</a:t>
            </a:r>
            <a:br/>
            <a:r>
              <a:t>바이럴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숏폼 콘텐츠 전성시대.</a:t>
            </a:r>
            <a:br/>
            <a:r>
              <a:t>"국밥집 우동"이라는 의외성은</a:t>
            </a:r>
            <a:br/>
            <a:r>
              <a:t>릴스/숏츠에 최적화된</a:t>
            </a:r>
            <a:br/>
            <a:r>
              <a:t>소재입니다.</a:t>
            </a:r>
            <a:br/>
            <a:br/>
            <a:r>
              <a:t>지금이 딱 맞는 타이밍.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126480"/>
            <a:ext cx="10698480" cy="548640"/>
          </a:xfrm>
          <a:prstGeom prst="round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지금 월 500만원으로 할 수 있는 일을, 6개월 후에는 1,500만원을 써도 못합니다.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03  A안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바이럴 집중형 — 빠른 임팩트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맑은 고딕"/>
              </a:defRPr>
            </a:pPr>
            <a:r>
              <a:t>"국밥집인데 우동이 제일 잘 나가요" — 이 의외성이 바이럴의 핵심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1개월차: 폭탄 투하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숏폼 영상 4편 제작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인플루언서 3명 (5~20만)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인스타 광고 (서울 2030)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콘텐츠 전략 수립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2개월차: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유튜버 2팀 (10~50만)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숏폼 4편 (고객 반응 등)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인스타/유튜브 광고 확대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인스타 콘텐츠 운영 주3회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832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3개월차: 수확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가맹 LP 광고 + 리타겟팅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성과 콘텐츠 제작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서울 진출 상권 분석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전략 컨설팅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맑은 고딕"/>
              </a:defRPr>
            </a:pPr>
            <a:r>
              <a:t>3개월 핵심 KPI</a:t>
            </a:r>
          </a:p>
          <a:p>
            <a:pPr algn="ctr">
              <a:defRPr sz="1100" b="1">
                <a:solidFill>
                  <a:srgbClr val="1A56DB"/>
                </a:solidFill>
                <a:latin typeface="맑은 고딕"/>
              </a:defRPr>
            </a:pPr>
            <a:r>
              <a:t>릴스 총 조회 50만+   |   팔로워 5,000+   |   가맹 문의 15건+   |   예상 ROI 133~200%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맑은 고딕"/>
              </a:defRPr>
            </a:pPr>
            <a:r>
              <a:t>04  B안 ★추천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브랜드 빌딩 + 바이럴 병행형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맑은 고딕"/>
              </a:defRPr>
            </a:pPr>
            <a:r>
              <a:t>바이럴로 "관심" → 브랜드로 "신뢰" → 가맹으로 "전환"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1개월차: 기초 공사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브랜드 전략 + 톤앤매너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인스타 리브랜딩 (피드 9장)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숏폼 3편 + 인플루언서 2명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홈페이지 브랜드 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2개월차: 콘텐츠 체계화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콘텐츠 캘린더 (주 3회)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브랜드 스토리 시리즈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유튜버 1팀 + 광고 확대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숏폼 3편 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3개월차: 가맹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가맹 안내 콘텐츠 + LP 광고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네이버 SEO 공략 5편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리타겟팅 광고</a:t>
            </a:r>
          </a:p>
          <a:p>
            <a:pPr>
              <a:spcAft>
                <a:spcPts val="600"/>
              </a:spcAft>
              <a:defRPr sz="1000">
                <a:solidFill>
                  <a:srgbClr val="4A4A4A"/>
                </a:solidFill>
                <a:latin typeface="맑은 고딕"/>
              </a:defRPr>
            </a:pPr>
            <a:r>
              <a:t>•  서울 진출 컨설팅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월 500만원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맑은 고딕"/>
              </a:defRPr>
            </a:pPr>
            <a:r>
              <a:t>핵심 차이</a:t>
            </a:r>
          </a:p>
          <a:p>
            <a:pPr algn="ctr">
              <a:defRPr sz="1200" b="1">
                <a:solidFill>
                  <a:srgbClr val="FF6B35"/>
                </a:solidFill>
                <a:latin typeface="맑은 고딕"/>
              </a:defRPr>
            </a:pPr>
            <a:r>
              <a:t>계약 종료 후에도 브랜드 자산(가이드라인, 콘텐츠 50개+, 팔로워)이 남습니다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05  A안 vs B안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같은 예산, 다른 전략. 어떤 것이 맞을까요?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2743200" cy="438912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39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비교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737360"/>
            <a:ext cx="3657600" cy="438912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A안: 바이럴 집중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3657600" cy="438912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B안: 브랜드+바이럴 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212848"/>
            <a:ext cx="2743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22585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월 비용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12848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2258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500만원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212848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258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500만원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688336"/>
            <a:ext cx="27432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39" y="27340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첫 달 임팩트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688336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27340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★★★★★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688336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7340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163824"/>
            <a:ext cx="2743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39" y="32095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3개월 후 자산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163824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0" y="32095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163824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2095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★★★★★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639312"/>
            <a:ext cx="27432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39" y="36850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가맹 문의 속도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639312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40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639312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114800"/>
            <a:ext cx="2743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39" y="4160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가맹 전환율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11480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40" y="4160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11480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4160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590288"/>
            <a:ext cx="27432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39" y="463600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계약 종료 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590288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40" y="463600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효과 급감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590288"/>
            <a:ext cx="3657600" cy="438912"/>
          </a:xfrm>
          <a:prstGeom prst="rect">
            <a:avLst/>
          </a:prstGeom>
          <a:solidFill>
            <a:srgbClr val="F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463600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자산 유지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5065776"/>
            <a:ext cx="2743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39" y="5111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리스크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5065776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77640" y="5111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바이럴 실패 시 성과 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5065776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5111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바이럴 부진해도 자산 남음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→  B안 추천: 대표님이 "500만원 어디에 썼어?"라고 물으실 때</a:t>
            </a:r>
          </a:p>
          <a:p>
            <a:pPr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    숫자(바이럴 성과) + 자산(브랜드 가이드라인) 둘 다 보여드릴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06  예상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가맹 1건이면 마케팅비 2개월분을 회수합니다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C8C8C"/>
                </a:solidFill>
                <a:latin typeface="맑은 고딕"/>
              </a:defRPr>
            </a:pPr>
            <a:r>
              <a:t>보수적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가맹 문의 10~15건</a:t>
            </a:r>
            <a:br/>
            <a:r>
              <a:t>실제 계약 1~2건</a:t>
            </a:r>
            <a:br/>
            <a:r>
              <a:t>가맹비 수익</a:t>
            </a:r>
            <a:br/>
            <a:r>
              <a:t>1,000~2,000만원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C8C8C"/>
                </a:solidFill>
                <a:latin typeface="맑은 고딕"/>
              </a:defRPr>
            </a:pPr>
            <a:r>
              <a:t>ROI</a:t>
            </a:r>
            <a:br/>
            <a:r>
              <a:t>67~133%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3832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기대치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가맹 문의 15~20건</a:t>
            </a:r>
            <a:br/>
            <a:r>
              <a:t>실제 계약 3건</a:t>
            </a:r>
            <a:br/>
            <a:r>
              <a:t>가맹비 수익</a:t>
            </a:r>
            <a:br/>
            <a:r>
              <a:t>3,000만원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맑은 고딕"/>
              </a:defRPr>
            </a:pPr>
            <a:r>
              <a:t>ROI</a:t>
            </a:r>
            <a:br/>
            <a:r>
              <a:t>200%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3832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낙관적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가맹 문의 20건+</a:t>
            </a:r>
            <a:br/>
            <a:r>
              <a:t>실제 계약 4~5건</a:t>
            </a:r>
            <a:br/>
            <a:r>
              <a:t>가맹비 수익</a:t>
            </a:r>
            <a:br/>
            <a:r>
              <a:t>4,000~5,000만원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맑은 고딕"/>
              </a:defRPr>
            </a:pPr>
            <a:r>
              <a:t>ROI</a:t>
            </a:r>
            <a:br/>
            <a:r>
              <a:t>333%+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10698480" cy="1005840"/>
          </a:xfrm>
          <a:prstGeom prst="round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3개월 투자 1,500만원  →  가맹 1건(1,000만원)이면 67% 회수  →  2건이면 100%+ 회수</a:t>
            </a:r>
          </a:p>
          <a:p>
            <a:pPr algn="ctr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마케팅이 아니라 투자입니다.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맑은 고딕"/>
              </a:defRPr>
            </a:pPr>
            <a:r>
              <a:t>07  브랜드라이즈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맑은 고딕"/>
              </a:defRPr>
            </a:pPr>
            <a:r>
              <a:t>전략부터 실행까지, 한 팀이 책임집니다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전략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바이럴 컨셉 설계</a:t>
            </a:r>
            <a:br/>
            <a:r>
              <a:t>타겟 설정, KPI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737360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745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콘텐츠 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331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숏폼 영상 기획·디렉팅</a:t>
            </a:r>
            <a:br/>
            <a:r>
              <a:t>인스타 피드·스토리 기획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인플루언서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1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섭외·협상·가이드라인</a:t>
            </a:r>
            <a:br/>
            <a:r>
              <a:t>성과 관리·ROI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광고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메타·유튜브 광고</a:t>
            </a:r>
            <a:br/>
            <a:r>
              <a:t>세팅·최적화·리포팅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749039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브랜드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343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톤앤매너·비주얼 가이드</a:t>
            </a:r>
            <a:br/>
            <a:r>
              <a:t>홈페이지 연계·감수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749039"/>
            <a:ext cx="3383280" cy="1645920"/>
          </a:xfrm>
          <a:prstGeom prst="round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월간 리포팅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43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성과 보고·전략 조정</a:t>
            </a:r>
            <a:br/>
            <a:r>
              <a:t>대표님 보고용 요약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1A33"/>
                </a:solidFill>
                <a:latin typeface="맑은 고딕"/>
              </a:defRPr>
            </a:pPr>
            <a:r>
              <a:t>변미혜 팀장님은 현장 운영과 인플루언서 방문 응대에만 집중하세요.</a:t>
            </a:r>
          </a:p>
          <a:p>
            <a:pPr algn="ctr">
              <a:defRPr sz="1300" b="1">
                <a:solidFill>
                  <a:srgbClr val="1A56DB"/>
                </a:solidFill>
                <a:latin typeface="맑은 고딕"/>
              </a:defRPr>
            </a:pPr>
            <a:r>
              <a:t>온라인 전략과 실행은 저희가 맡겠습니다.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371600"/>
            <a:ext cx="67052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705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맑은 고딕"/>
              </a:defRPr>
            </a:pPr>
            <a:r>
              <a:t>①  A안 / B안 선택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맑은 고딕"/>
              </a:defRPr>
            </a:pPr>
            <a:r>
              <a:t>②  대표님 최종 승인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맑은 고딕"/>
              </a:defRPr>
            </a:pPr>
            <a:r>
              <a:t>③  계약 체결 → 1주일 내 킥오프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맑은 고딕"/>
              </a:defRPr>
            </a:pPr>
            <a:r>
              <a:t>④  1개월차 실행 → 즉시 콘텐츠 제작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212080"/>
            <a:ext cx="67052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949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C8C8C"/>
                </a:solidFill>
                <a:latin typeface="맑은 고딕"/>
              </a:defRPr>
            </a:pPr>
            <a:r>
              <a:t>브랜드라이즈  |  brandrise.co.kr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미례국밥 마케팅 제안 — 핵심 요약 (대표님 보고용)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A안: 바이럴 집중형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4A4A"/>
                </a:solidFill>
                <a:latin typeface="맑은 고딕"/>
              </a:defRPr>
            </a:pPr>
            <a:r>
              <a:t>월 500만원 × 3개월 = 1,500만원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돼지우동 숏폼 바이럴 (릴스/숏츠)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인플루언서 5명 + 유튜버 2팀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SNS 광고 집중 (서울 2030 타겟)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장점: 빠른 성과, 즉각적 임팩트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단점: 계약 종료 시 효과 급감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206240"/>
            <a:ext cx="4206240" cy="7315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예상 ROI: 133~200%</a:t>
            </a:r>
          </a:p>
          <a:p>
            <a:pPr algn="ctr">
              <a:defRPr sz="1000">
                <a:solidFill>
                  <a:srgbClr val="8C8C8C"/>
                </a:solidFill>
                <a:latin typeface="맑은 고딕"/>
              </a:defRPr>
            </a:pPr>
            <a:r>
              <a:t>(보수적 기준)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1440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맑은 고딕"/>
              </a:defRPr>
            </a:pPr>
            <a:r>
              <a:t>B안: 브랜드+바이럴 ★추천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4A4A"/>
                </a:solidFill>
                <a:latin typeface="맑은 고딕"/>
              </a:defRPr>
            </a:pPr>
            <a:r>
              <a:t>월 500만원 × 3개월 = 1,500만원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브랜드 전략 + 톤앤매너 정립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돼지우동 바이럴 (숏폼 + 광고)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• 콘텐츠 시스템 구축 (주 3회)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장점: 자산 축적, 가맹 전환율 높음</a:t>
            </a:r>
          </a:p>
          <a:p>
            <a:pPr>
              <a:spcAft>
                <a:spcPts val="400"/>
              </a:spcAft>
              <a:defRPr sz="1100">
                <a:solidFill>
                  <a:srgbClr val="4A4A4A"/>
                </a:solidFill>
                <a:latin typeface="맑은 고딕"/>
              </a:defRPr>
            </a:pPr>
            <a:r>
              <a:t>단점: 첫 달 임팩트 상대적 약함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206240"/>
            <a:ext cx="4206240" cy="731520"/>
          </a:xfrm>
          <a:prstGeom prst="roundRect">
            <a:avLst/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251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예상 ROI: 200%+</a:t>
            </a:r>
          </a:p>
          <a:p>
            <a:pPr algn="ctr">
              <a:defRPr sz="1000">
                <a:solidFill>
                  <a:srgbClr val="8C8C8C"/>
                </a:solidFill>
                <a:latin typeface="맑은 고딕"/>
              </a:defRPr>
            </a:pPr>
            <a:r>
              <a:t>(기대치 기준)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698480" cy="1005840"/>
          </a:xfrm>
          <a:prstGeom prst="round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가맹 1건 (가맹비 1,000만원) = 마케팅비 2개월분 즉시 회수</a:t>
            </a:r>
          </a:p>
          <a:p>
            <a:pPr algn="ctr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동동국밥 서울 진출 전에 온라인을 선점해야 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